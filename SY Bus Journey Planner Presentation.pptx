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0" y="12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812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901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8453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878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51209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19082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380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7388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5021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955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1375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22263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14899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8009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5243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7290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158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87364-6656-4621-B013-758523783C72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75DBD-45A7-42A0-945E-1B9EB26292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04765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E4ED9-4F6D-0AC8-AA9E-3541D14782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3064" y="3029876"/>
            <a:ext cx="8144134" cy="798248"/>
          </a:xfrm>
        </p:spPr>
        <p:txBody>
          <a:bodyPr/>
          <a:lstStyle/>
          <a:p>
            <a:pPr algn="ctr"/>
            <a:r>
              <a:rPr lang="en-GB" b="1" dirty="0"/>
              <a:t>SY Bus Journey Planner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AF6084-1FC1-887F-5B92-C7E63AE105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3977" y="4290338"/>
            <a:ext cx="1256100" cy="393596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Group 2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AD4087A-520A-0210-36A9-84BA167EA0E0}"/>
              </a:ext>
            </a:extLst>
          </p:cNvPr>
          <p:cNvSpPr txBox="1">
            <a:spLocks/>
          </p:cNvSpPr>
          <p:nvPr/>
        </p:nvSpPr>
        <p:spPr>
          <a:xfrm>
            <a:off x="1140031" y="4683934"/>
            <a:ext cx="2793613" cy="18678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21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8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6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1"/>
                </a:solidFill>
              </a:rPr>
              <a:t>Elekir Moyuwen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1"/>
                </a:solidFill>
              </a:rPr>
              <a:t>Javani Morris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1"/>
                </a:solidFill>
              </a:rPr>
              <a:t>Jack Watson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tx1"/>
                </a:solidFill>
              </a:rPr>
              <a:t>Samuel Okunowo </a:t>
            </a:r>
          </a:p>
        </p:txBody>
      </p:sp>
    </p:spTree>
    <p:extLst>
      <p:ext uri="{BB962C8B-B14F-4D97-AF65-F5344CB8AC3E}">
        <p14:creationId xmlns:p14="http://schemas.microsoft.com/office/powerpoint/2010/main" val="3357852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CA152-F485-28D0-CB0D-960B99AE9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Deliverables Overview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09E5492-2402-6534-9FB4-130696D3D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261978"/>
              </p:ext>
            </p:extLst>
          </p:nvPr>
        </p:nvGraphicFramePr>
        <p:xfrm>
          <a:off x="577520" y="2474781"/>
          <a:ext cx="10041597" cy="3442938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919767">
                  <a:extLst>
                    <a:ext uri="{9D8B030D-6E8A-4147-A177-3AD203B41FA5}">
                      <a16:colId xmlns:a16="http://schemas.microsoft.com/office/drawing/2014/main" val="2901470407"/>
                    </a:ext>
                  </a:extLst>
                </a:gridCol>
                <a:gridCol w="7121830">
                  <a:extLst>
                    <a:ext uri="{9D8B030D-6E8A-4147-A177-3AD203B41FA5}">
                      <a16:colId xmlns:a16="http://schemas.microsoft.com/office/drawing/2014/main" val="3447283797"/>
                    </a:ext>
                  </a:extLst>
                </a:gridCol>
              </a:tblGrid>
              <a:tr h="4442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Areas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Deliverables</a:t>
                      </a:r>
                    </a:p>
                  </a:txBody>
                  <a:tcPr anchor="ctr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725156"/>
                  </a:ext>
                </a:extLst>
              </a:tr>
              <a:tr h="777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PID (Project Initiation Document)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>
                          <a:solidFill>
                            <a:schemeClr val="bg1"/>
                          </a:solidFill>
                        </a:rPr>
                        <a:t>Methodology, Roles &amp; Responsibilities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811752"/>
                  </a:ext>
                </a:extLst>
              </a:tr>
              <a:tr h="4442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Business Case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Force Field Analysis, Options Considered, Investment Appraisal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421986"/>
                  </a:ext>
                </a:extLst>
              </a:tr>
              <a:tr h="4442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Project Plan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Work Breakdown Structure, Gantt Chart, COCOMO, RACI Chart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85051180"/>
                  </a:ext>
                </a:extLst>
              </a:tr>
              <a:tr h="4442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>
                          <a:solidFill>
                            <a:schemeClr val="bg1"/>
                          </a:solidFill>
                        </a:rPr>
                        <a:t>Risk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Risk Management Plan (Risk Map, Risk Register, RAID Log)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8694927"/>
                  </a:ext>
                </a:extLst>
              </a:tr>
              <a:tr h="4442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>
                          <a:solidFill>
                            <a:schemeClr val="bg1"/>
                          </a:solidFill>
                        </a:rPr>
                        <a:t>Quality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>
                          <a:solidFill>
                            <a:schemeClr val="bg1"/>
                          </a:solidFill>
                        </a:rPr>
                        <a:t>Quality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1539509"/>
                  </a:ext>
                </a:extLst>
              </a:tr>
              <a:tr h="4442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Envisioned Solution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Prototype</a:t>
                      </a:r>
                      <a:r>
                        <a:rPr lang="en-GB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, Video, </a:t>
                      </a:r>
                      <a:r>
                        <a:rPr lang="en-GB" dirty="0">
                          <a:solidFill>
                            <a:schemeClr val="bg1"/>
                          </a:solidFill>
                        </a:rPr>
                        <a:t>MoSCoW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6882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6420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C8F9E-9EB4-0BE6-31AE-3CD1759E0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PID -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7B3FE-43AA-2C35-2991-C53451438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- Methodology: Prince2 Agile</a:t>
            </a:r>
          </a:p>
          <a:p>
            <a:r>
              <a:rPr lang="en-GB" dirty="0"/>
              <a:t>- Roles and Responsibilities –</a:t>
            </a:r>
          </a:p>
          <a:p>
            <a:r>
              <a:rPr lang="en-GB" dirty="0"/>
              <a:t>- Objective -</a:t>
            </a:r>
          </a:p>
        </p:txBody>
      </p:sp>
    </p:spTree>
    <p:extLst>
      <p:ext uri="{BB962C8B-B14F-4D97-AF65-F5344CB8AC3E}">
        <p14:creationId xmlns:p14="http://schemas.microsoft.com/office/powerpoint/2010/main" val="172901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848DD-C3AF-29B3-5954-D81D6DA44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Business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B6779-998B-FE30-50CB-E1878565C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- Force Field Analysis –</a:t>
            </a:r>
          </a:p>
          <a:p>
            <a:r>
              <a:rPr lang="en-GB" dirty="0"/>
              <a:t>- Options Considered –</a:t>
            </a:r>
          </a:p>
          <a:p>
            <a:r>
              <a:rPr lang="en-GB" dirty="0"/>
              <a:t>- Investment Appraisal</a:t>
            </a:r>
          </a:p>
        </p:txBody>
      </p:sp>
    </p:spTree>
    <p:extLst>
      <p:ext uri="{BB962C8B-B14F-4D97-AF65-F5344CB8AC3E}">
        <p14:creationId xmlns:p14="http://schemas.microsoft.com/office/powerpoint/2010/main" val="3051741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7B5D4-CB42-3220-8FB0-E67149915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Project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65DC0-A037-29C3-825B-F95F22B7E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- WBS –</a:t>
            </a:r>
          </a:p>
          <a:p>
            <a:r>
              <a:rPr lang="en-GB" dirty="0"/>
              <a:t>- Gantt Chart –</a:t>
            </a:r>
          </a:p>
          <a:p>
            <a:r>
              <a:rPr lang="en-GB" dirty="0"/>
              <a:t>- COCOMO Estimate –</a:t>
            </a:r>
          </a:p>
          <a:p>
            <a:r>
              <a:rPr lang="en-GB" dirty="0"/>
              <a:t>- RACI Chart –</a:t>
            </a:r>
          </a:p>
        </p:txBody>
      </p:sp>
    </p:spTree>
    <p:extLst>
      <p:ext uri="{BB962C8B-B14F-4D97-AF65-F5344CB8AC3E}">
        <p14:creationId xmlns:p14="http://schemas.microsoft.com/office/powerpoint/2010/main" val="235883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CDAB3-AE4A-7450-4582-C1FE88910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Risk &amp;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C12F0-A58E-7178-AE1B-EFC727847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- Risk Management Plan –</a:t>
            </a:r>
          </a:p>
          <a:p>
            <a:r>
              <a:rPr lang="en-GB" dirty="0"/>
              <a:t>- Quality Plan -</a:t>
            </a:r>
          </a:p>
        </p:txBody>
      </p:sp>
    </p:spTree>
    <p:extLst>
      <p:ext uri="{BB962C8B-B14F-4D97-AF65-F5344CB8AC3E}">
        <p14:creationId xmlns:p14="http://schemas.microsoft.com/office/powerpoint/2010/main" val="30937833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9831D-8BD6-157F-5794-CE8E01379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High Fidelity Prototype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E0754-865A-BC52-A7D0-D5BE0C039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8199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B1F36-D50C-9658-B70E-742F7A4C1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MoSCoW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0EE8C-EA6A-B5D1-0915-09F88FA11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8705017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297</TotalTime>
  <Words>139</Words>
  <Application>Microsoft Office PowerPoint</Application>
  <PresentationFormat>Widescreen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Trebuchet MS</vt:lpstr>
      <vt:lpstr>Berlin</vt:lpstr>
      <vt:lpstr>SY Bus Journey Planner</vt:lpstr>
      <vt:lpstr>Deliverables Overview</vt:lpstr>
      <vt:lpstr>PID -</vt:lpstr>
      <vt:lpstr>Business Case</vt:lpstr>
      <vt:lpstr>Project Plan</vt:lpstr>
      <vt:lpstr>Risk &amp; Quality</vt:lpstr>
      <vt:lpstr>High Fidelity Prototype </vt:lpstr>
      <vt:lpstr>MoSCoW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Morris, Javani (Student)</dc:creator>
  <cp:lastModifiedBy>Morris, Javani (Student)</cp:lastModifiedBy>
  <cp:revision>11</cp:revision>
  <dcterms:created xsi:type="dcterms:W3CDTF">2025-12-06T17:43:22Z</dcterms:created>
  <dcterms:modified xsi:type="dcterms:W3CDTF">2025-12-07T18:40:09Z</dcterms:modified>
</cp:coreProperties>
</file>